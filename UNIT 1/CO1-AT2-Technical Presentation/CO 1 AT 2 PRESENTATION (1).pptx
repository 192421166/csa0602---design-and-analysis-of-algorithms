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Raleway" pitchFamily="2" charset="0"/>
      <p:regular r:id="rId15"/>
    </p:embeddedFont>
    <p:embeddedFont>
      <p:font typeface="Roboto" panose="02000000000000000000" pitchFamily="2" charset="0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39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962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78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9644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646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6127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7763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950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42A54C80-263E-416B-A8E0-580EDEADCBDC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2110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7553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0091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4875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60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78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142185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27148" y="138890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</a:t>
            </a:r>
            <a:r>
              <a:rPr lang="en-US" sz="275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XaaS</a:t>
            </a: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is becoming a dominant consumption model in modern IT.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300231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33000"/>
              </a:lnSpc>
              <a:spcAft>
                <a:spcPts val="1250"/>
              </a:spcAft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              Dhiliban M (192421166)</a:t>
            </a:r>
            <a:b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                           Buvanesh Y(192372367)</a:t>
            </a:r>
            <a:endParaRPr lang="en-US" sz="1100" b="1" dirty="0"/>
          </a:p>
          <a:p>
            <a:pPr>
              <a:lnSpc>
                <a:spcPct val="133000"/>
              </a:lnSpc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                            Madhan R(192324256)</a:t>
            </a:r>
            <a:endParaRPr lang="en-US" sz="11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4B34E-56B3-F6F4-4B85-24A65A883012}"/>
              </a:ext>
            </a:extLst>
          </p:cNvPr>
          <p:cNvSpPr txBox="1"/>
          <p:nvPr/>
        </p:nvSpPr>
        <p:spPr>
          <a:xfrm>
            <a:off x="3971109" y="3833949"/>
            <a:ext cx="4447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CSA1522-CLOUD COMPUTING AND BIG DATA ANALYTICS</a:t>
            </a:r>
            <a:br>
              <a:rPr lang="en-US" dirty="0"/>
            </a:br>
            <a:r>
              <a:rPr lang="en-IN" dirty="0"/>
              <a:t>CO1-AT2-Technical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1174" y="862150"/>
            <a:ext cx="7550455" cy="7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OBJECTIVE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67089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Capital Costs to Strategic Agility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6119" y="2237854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640" y="238437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Replace CapEx with OpEx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2640" y="2690887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away from large, upfront hardware purchases toward pay‑as‑you‑consume operational models.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237854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7122" y="238437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Align with Growth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7122" y="2690887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Dynamically scale resources to match demand spikes and business initiatives.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2237854"/>
            <a:ext cx="2622724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1605" y="238437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 Time to Value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1605" y="2690887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Provision services in minutes instead of weeks — speeding feature delivery and experiments.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223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Core Technical Concept: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28663"/>
            <a:ext cx="3053135" cy="30531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2100411"/>
            <a:ext cx="475267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XaaS decouples capabilities from physical hardware. Instead of fixed silos, capabilities (compute, storage, networking, security, databases, ML, etc.) are exposed as composable services via cloud‑native APIs.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899892" y="2908399"/>
            <a:ext cx="475267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From IaaS/PaaS to a unified service catalogue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API-driven orchestration and governance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Immutable, versioned service contracts for reliability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57424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Modern Services Fabric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925119" y="2578745"/>
            <a:ext cx="4722763" cy="175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Modern deployments form a Services Fabric: a distributed control plane that composes logical resources (compute, network, storage) into policy‑driven services. This fabric supports multi‑cloud, edge and hybrid topologies with unified observability and enforcement.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6005A-30C6-2807-3C9E-F6D73EBD4FE1}"/>
              </a:ext>
            </a:extLst>
          </p:cNvPr>
          <p:cNvSpPr txBox="1"/>
          <p:nvPr/>
        </p:nvSpPr>
        <p:spPr>
          <a:xfrm>
            <a:off x="3814354" y="372291"/>
            <a:ext cx="3102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Architecture: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543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Architecture Process Diagram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163315"/>
            <a:ext cx="4787801" cy="28415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0481" y="3345771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Output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010581" y="3345771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Mediation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486226" y="3345771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Input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96119" y="416436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At runtime the fabric maps SLAs to resource templates, runs placement algorithms, and executes provisioning through standard APIs — closing the loop with telemetry and autoscaling.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534"/>
            <a:ext cx="8151763" cy="20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Business Drivers: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1742"/>
            <a:ext cx="3975943" cy="39759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71938" y="1687719"/>
            <a:ext cx="3975943" cy="46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Legacy IT costs consume 2–5% of revenue and limit agility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Data volumes and demand variability make static capacity inefficient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FinOps and TCO pressures force precise, observable spending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Business expects fast innovation cycles and global reach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3867" y="533174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Real‑World Use Case: Scaling Innovation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70361"/>
            <a:ext cx="753740" cy="465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170361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Problem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27038" y="2476872"/>
            <a:ext cx="16682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Prem storage caused long provisioning lead times and manual performance tuning.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170361"/>
            <a:ext cx="753740" cy="4658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2170361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Approach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203353" y="2476872"/>
            <a:ext cx="166821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Implement hybrid cloud storage as a service with automated tiering, API provisioning and FinOps tagging.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170361"/>
            <a:ext cx="753740" cy="4658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170361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Outcome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979667" y="2476872"/>
            <a:ext cx="166821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Resources provisioned in minutes, predictable costs, reduced manual caching and consistent SLAs across regions.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223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AI‑Driven Future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28663"/>
            <a:ext cx="3053135" cy="30531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1760190"/>
            <a:ext cx="475267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AI adds predictive capacity: forecast demand, pre‑warm caches, optimise placement and detect anomalies. Combined with XaaS, infrastructure becomes increasingly self‑healing and autonomous.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899892" y="2777770"/>
            <a:ext cx="475267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Predictive autoscaling and cost optimisation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Policy‑based remediation and self‑healing workflows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Automated compliance and continuous optimisation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5159" y="472157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Strategic Impact: Transforming the Business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210212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Adopting XaaS reshapes operating models: it enables global interoperability, rapid experimentation, and a utility‑style interface for services. Organisations can focus investment on business logic, not infrastructure plumbing.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96119" y="3168848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36961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816" y="3346028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stat: large percentage of UK enterprises already use cloud for core services — a clear tilt toward consumption models.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17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16050"/>
            <a:ext cx="2622724" cy="19361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2351" y="1722388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56927" y="2183011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Adopt the Utility Mindset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6927" y="2489522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Treat infrastructure as consumable capability — design for composability and API contracts.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616050"/>
            <a:ext cx="2622724" cy="19361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6833" y="1722388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421410" y="2183011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Automate and Observe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421410" y="2489522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Invest in orchestration, telemetry and FinOps to make consumption predictable and accountable.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616050"/>
            <a:ext cx="2622724" cy="19361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1316" y="1722388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185892" y="2183011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Plan for AI‑Driven Operations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185892" y="2710979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Use predictive models to reduce waste and enable self‑healing service delivery.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96119" y="371169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Start by mapping workloads to XaaS patterns today: identify candidates for migration, measure TCO, and pilot a services fabric for repeatable, measurable outcomes.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9C9C6-C039-1ABE-EC06-8B3D3E717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007" y="1491574"/>
            <a:ext cx="5741124" cy="28648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5D218B-0029-0394-B08F-93E78CF7E1F0}"/>
              </a:ext>
            </a:extLst>
          </p:cNvPr>
          <p:cNvSpPr txBox="1"/>
          <p:nvPr/>
        </p:nvSpPr>
        <p:spPr>
          <a:xfrm>
            <a:off x="1188720" y="333103"/>
            <a:ext cx="4839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GEO TAG PHOTO</a:t>
            </a:r>
          </a:p>
        </p:txBody>
      </p:sp>
    </p:spTree>
    <p:extLst>
      <p:ext uri="{BB962C8B-B14F-4D97-AF65-F5344CB8AC3E}">
        <p14:creationId xmlns:p14="http://schemas.microsoft.com/office/powerpoint/2010/main" val="1849109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7-25 at 10.39.28 AM">
            <a:hlinkClick r:id="" action="ppaction://media"/>
            <a:extLst>
              <a:ext uri="{FF2B5EF4-FFF2-40B4-BE49-F238E27FC236}">
                <a16:creationId xmlns:a16="http://schemas.microsoft.com/office/drawing/2014/main" id="{00D555A9-00FA-FA22-3CD1-B4AC014A59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08514" y="1632857"/>
            <a:ext cx="3572692" cy="28280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F4ABB0-7CD8-1D7A-BB94-86B978BE44C4}"/>
              </a:ext>
            </a:extLst>
          </p:cNvPr>
          <p:cNvSpPr txBox="1"/>
          <p:nvPr/>
        </p:nvSpPr>
        <p:spPr>
          <a:xfrm>
            <a:off x="1169126" y="320040"/>
            <a:ext cx="4852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GEO TAG VIDEO</a:t>
            </a:r>
          </a:p>
        </p:txBody>
      </p:sp>
    </p:spTree>
    <p:extLst>
      <p:ext uri="{BB962C8B-B14F-4D97-AF65-F5344CB8AC3E}">
        <p14:creationId xmlns:p14="http://schemas.microsoft.com/office/powerpoint/2010/main" val="155657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73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</TotalTime>
  <Words>569</Words>
  <Application>Microsoft Office PowerPoint</Application>
  <PresentationFormat>On-screen Show (16:9)</PresentationFormat>
  <Paragraphs>68</Paragraphs>
  <Slides>12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Raleway</vt:lpstr>
      <vt:lpstr>Calibri</vt:lpstr>
      <vt:lpstr>Calibri Light</vt:lpstr>
      <vt:lpstr>Times New Roman</vt:lpstr>
      <vt:lpstr>Roboto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Dhiliban MB</dc:creator>
  <cp:lastModifiedBy>Dhiliban MB</cp:lastModifiedBy>
  <cp:revision>5</cp:revision>
  <dcterms:created xsi:type="dcterms:W3CDTF">2026-07-23T08:53:09Z</dcterms:created>
  <dcterms:modified xsi:type="dcterms:W3CDTF">2026-07-25T05:14:08Z</dcterms:modified>
</cp:coreProperties>
</file>